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475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U R S   D 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Français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Épreuve de compréhension et d'expression en langue française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Conjugaison : les 3 groupes verbaux, terminaisons, accords du participe passé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33101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Comprendre un texte simple en lien avec l'activité des transports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355701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Accueillir la clientèle : formules de bienvenue et première impression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380390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Comprendre les demandes des clients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40507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— Interroger les clients sur leur confort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Tenir une conversation neutre et courtoise durant le transport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45445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— Prendre congé des clients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47091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Déclaration n° 84 69 15114 69  •  Qualiopi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585216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5852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5394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1er groupe (-er)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731520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 réguliers · 90% des verbes · Terminaisons : -e, -es, -e, -ons, -ez, -ent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05840" y="941832"/>
            <a:ext cx="7589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40080" y="1024128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10241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9784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2ème groupe (-ir / -issant)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17043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 réguliers · Participe présent en -issant · Terminaisons : -is, -is, -it, -issons, -issez, -issent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05840" y="1380744"/>
            <a:ext cx="7589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40080" y="1463040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1463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1417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3ème groupe (irréguliers)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1609344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 en -ir, -oir, -re + aller · Terminaisons variables · Exceptions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005840" y="1819656"/>
            <a:ext cx="7589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40080" y="1901952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" y="1901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18562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L'accord du participe passé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204825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être, avoir, verbes pronominaux · Terminaisons : -é, -i, -is, -t, -u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005840" y="2258568"/>
            <a:ext cx="7589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40080" y="2340864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0080" y="23408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" y="22951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: comprendre un texte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8716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étapes · Mots clés · Antonymes, paradoxes · Textes liés aux transports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005840" y="2697480"/>
            <a:ext cx="7589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40080" y="2779776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40080" y="27797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5840" y="27340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Accueillir la clientèle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5840" y="2926080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 d'accueil · Première impression · Identification du client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005840" y="3136392"/>
            <a:ext cx="7589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40080" y="3218688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40080" y="32186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" y="31729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les demandes des clients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5840" y="33649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 active · Reformulation · Vocabulaire courant des courses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005840" y="3575304"/>
            <a:ext cx="7589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40080" y="3657600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40080" y="3657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" y="36118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Interroger sur le confort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05840" y="3803904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types · Température, musique, trajet · Anticipation des besoins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005840" y="4014216"/>
            <a:ext cx="7589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40080" y="4096512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40080" y="4096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" y="40507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neutre et courtoise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05840" y="4242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Sujets appropriés / à éviter · Adapter son langage · Discrétion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005840" y="4453128"/>
            <a:ext cx="7589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40080" y="4535424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640080" y="45354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05840" y="44897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congé des clients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05840" y="468172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 de départ · Remerciements · Fidélisation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Français  •  Qualiopi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CONJUGAISON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1er groupe : les verbes en -er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029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1er groupe comprend tous les verbes dits « réguliers » qui finissent en -er (sauf le verbe aller). Ils représentent près de 90 % des verbes.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existe différentes terminaisons en -er.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760720" y="1143000"/>
            <a:ext cx="29260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897880" y="1188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Terminaisons au présent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97880" y="1463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46520" y="146304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 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360920" y="1463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001000" y="1463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 ons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897880" y="16642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446520" y="1664208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 es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360920" y="16642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001000" y="16642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 ez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897880" y="186537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il/elle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446520" y="186537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 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360920" y="186537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ils/elles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001000" y="186537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 ent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-e    -es    -e    -ons    -ez    -ent</a:t>
            </a:r>
            <a:endParaRPr lang="en-US" sz="16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880360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914400" y="2880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2ème groupe : les verbes en -ir (participe présent en -issant)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57200" y="3246120"/>
            <a:ext cx="5029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4"/>
          <p:cNvSpPr/>
          <p:nvPr/>
        </p:nvSpPr>
        <p:spPr>
          <a:xfrm>
            <a:off x="640080" y="3291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verbes « réguliers » se terminant en -ir et dont le participe présent se termine en -issant appartiennent au 2e groupe.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finir → finissant · choisir → choisissant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40080" y="38404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verbes du 2ème groupe :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40080" y="4023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aboutir, accomplir, agir, agrandir, applaudir, atterrir, avertir, bâtir, blanchir, bondir, choisir, définir, éclaircir, élargir, enrichir, envahir, établir, finir, fournir, franchir, garantir, grandir, grossir, investir, réfléchir, remplir, réunir, réussir, saisir, subir…</a:t>
            </a:r>
            <a:endParaRPr lang="en-US" sz="700" dirty="0"/>
          </a:p>
        </p:txBody>
      </p:sp>
      <p:sp>
        <p:nvSpPr>
          <p:cNvPr id="31" name="Shape 27"/>
          <p:cNvSpPr/>
          <p:nvPr/>
        </p:nvSpPr>
        <p:spPr>
          <a:xfrm>
            <a:off x="5760720" y="3246120"/>
            <a:ext cx="29260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28"/>
          <p:cNvSpPr/>
          <p:nvPr/>
        </p:nvSpPr>
        <p:spPr>
          <a:xfrm>
            <a:off x="5897880" y="32918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Terminaisons au présent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5897880" y="35661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6446520" y="35661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is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7360920" y="35661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8001000" y="356616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issons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5897880" y="37673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6446520" y="3767328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is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7360920" y="376732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8001000" y="3767328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issez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897880" y="396849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il/elle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6446520" y="396849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it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7360920" y="396849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ils/elles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8001000" y="396849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issent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5760720" y="4206240"/>
            <a:ext cx="292608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2"/>
          <p:cNvSpPr/>
          <p:nvPr/>
        </p:nvSpPr>
        <p:spPr>
          <a:xfrm>
            <a:off x="5760720" y="4206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-is    -is    -it    -issons    -issez    -issent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4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Français  •  Qualiopi</a:t>
            </a:r>
            <a:endParaRPr lang="en-US" sz="700" dirty="0"/>
          </a:p>
        </p:txBody>
      </p:sp>
      <p:sp>
        <p:nvSpPr>
          <p:cNvPr id="49" name="Text 45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CONJUGAISON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3ème groupe : les verbes irréguliers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3e groupe comprend tous les verbes dits « irréguliers » qui ne sont ni dans le 1er ni dans le 2e groupe, ainsi que le verbe aller.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peut les classer selon leurs terminaisons : les verbes en -ir (courir, mourir, ouvrir, offrir…), en -oir (voir, savoir, pouvoir…), en -re (attendre, prendre, mettre…).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9319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54864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générale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plupart des verbes du 3ème groupe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    -s    -t    -ons    -ez    -ent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965960"/>
            <a:ext cx="40233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663440" y="1965960"/>
            <a:ext cx="54864" cy="73152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 en -dre (vendre, perdre, coudre)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-ds    -ds    -d    -ons    -ez    -ent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9319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29260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 en -aindre, -eindre, -oindre, -soudre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(craindre, peindre, joindre, résoudre)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Suivent la règle générale : -s  -s  -t  -ons  -ez  -ent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54864" cy="731520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46320" y="29260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pouvoir, vouloir, valoir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-x    -x    -t    -ons    -ez    -ent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54864" cy="640080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40080" y="38404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ouvrir, cueillir (comme le 1er groupe !)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069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    -es    -e    -ons    -ez    -ent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379476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663440" y="3794760"/>
            <a:ext cx="54864" cy="6400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886200"/>
            <a:ext cx="228600" cy="2286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074920" y="38404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46320" y="4069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3ème groupe est le groupe des exceptions !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mémoriser les terminaisons cas par cas.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Français  •  Qualiopi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CONJUGAISON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L'accord du participe passé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4864" cy="1554480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l'auxiliaire ÊTRE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participe passé employé avec le verbe être ou avec un verbe d'état (demeurer, rester, paraître, sembler, devenir…) s'accorde en genre (M/F) et en nombre (S/P) avec le sujet.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La chienne est belle.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filles sont parties.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54864" cy="155448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l'auxiliaire AVOIR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placé APRÈS le verbe → PAS d'accord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Les filles ont cueilli des fleurs.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("des fleurs" est après → pas d'accord)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placé AVANT le verbe → ACCORD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Les pommes qu'ils ont cueillies étaient belles.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("Les pommes" est avant → accord féminin pluriel)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54864" cy="1097280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 verbe pronominal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2004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d'accord quand le COD suit le verbe 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se sont écrit des lettres.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se sont lavé les mains.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Invariables : se plaire, se déplaire, se rire, se convenir, se nuire, se mentir, s'en vouloir, se ressembler, se sourire, se suffire, se survivre.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28803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54864" cy="10972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4632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Terminaisons des participes passés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2004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groupe → -é : joué, crié, cherché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2ème groupe → -i : fini, rajeuni, abouti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3ème groupe → -i, -is, -t, -u 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entrepris, craint, accueilli, reçu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 en -ettre → -is (fém. -ise) 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acquis/acquise, permis/permise, remis/remise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(admettre, émettre, mettre, omettre, promettre…)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→ accord avec le SUJET   |   AVOIR → accord avec le COD (si placé AVANT)   |   PRONOMINAL → pas d'accord si COD après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Français  •  Qualiopi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COMPRÉHENSION DE TEXTE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Méthodologie : comprendre un texte simple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" cy="43891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40080" y="1170432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11704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12471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les questions et définir les mots clés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1316736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lire le texte, identifiez ce qu'on vous demande. Soulignez les mots importants dans chaque question.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54864" cy="438912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40080" y="1700784"/>
            <a:ext cx="256032" cy="256032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17007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165506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 texte et s'arrêter aux passages pertinents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1847088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lisant, repérez les passages qui parlent des questions. Marquez-les.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157984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57200" y="2157984"/>
            <a:ext cx="54864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40080" y="223113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40080" y="22311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2185416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minimum 3 lignes autour de la réponse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23774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se trouve souvent dans le contexte. Ne lisez pas qu'une phrase isolée.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688336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57200" y="2688336"/>
            <a:ext cx="54864" cy="438912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40080" y="2761488"/>
            <a:ext cx="256032" cy="256032"/>
          </a:xfrm>
          <a:prstGeom prst="ellipse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40080" y="27614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2715768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inventer ce qui n'est pas dit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290779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Restez fidèle au texte. Ne rajoutez pas d'informations qui n'y figurent pas.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218688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57200" y="3218688"/>
            <a:ext cx="54864" cy="438912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640080" y="3291840"/>
            <a:ext cx="256032" cy="256032"/>
          </a:xfrm>
          <a:prstGeom prst="ellipse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40080" y="3291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324612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Procéder logiquement et par élimination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05840" y="343814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hésitez entre plusieurs réponses, éliminez les fausses une par une.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749040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57200" y="3749040"/>
            <a:ext cx="54864" cy="438912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40080" y="3822192"/>
            <a:ext cx="256032" cy="256032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40080" y="38221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5840" y="377647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question est trop difficile, répondre avec logique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" y="3968496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 votre bon sens et votre connaissance du sujet (transports, réglementation…).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429768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40080" y="431596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Antonyme : mot de sens opposé (contraire)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0080" y="449884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grand/petit, monter/descendre, accepter/refuser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63440" y="4297680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846320" y="43159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Paradoxe : opinion contraire à l'avis général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46320" y="44988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« Il faut se dépêcher d'attendre »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Français  •  Qualiopi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ACCUEILLIR LA CLIENTÈLE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Accueillir la clientèle : la première impression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4864" cy="1828800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 d'accueil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5544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 Bonjour Monsieur / Madame [Nom]. »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17739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 Bienvenue, je suis [Prénom], votre chauffeur. »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0080" y="19933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 Bonjour, vous êtes bien M./Mme [Nom] ? »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2128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 Puis-je prendre vos bagages ? »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40080" y="24323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 Installez-vous confortablement. »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26517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 Nous allons à [destination], c'est bien cela ? »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663440" y="114300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4663440" y="1143000"/>
            <a:ext cx="54864" cy="18288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34440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clés de la première impression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46320" y="1554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Sourire : 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989320" y="1554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Naturel et chaleureux, même si le client ne sourit pas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4846320" y="1810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Tenue soignée : 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989320" y="18105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Propre, professionnelle, pas de vêtements trop décontractés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4846320" y="20665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Ponctualité : 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989320" y="206654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Arriver 5 minutes avant l'heure prévue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4846320" y="23225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Sortir du véhicule : 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989320" y="23225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la porte, proposer d'aider avec les bagages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846320" y="25786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Confirmer la destination : 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989320" y="25786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l'adresse et le trajet souhaité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548640" y="3154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Règle d'or : vous n'avez qu'une seule chance de faire une bonne première impression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94760"/>
            <a:ext cx="228600" cy="2286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68680" y="3749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à éviter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868680" y="402336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Rester dans la voiture sans sortir accueillir le client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868680" y="420624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Tutoyer un client sans y être invité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868680" y="438912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Ne pas confirmer l'identité du client (risque de confusion)</a:t>
            </a:r>
            <a:endParaRPr lang="en-US" sz="750" dirty="0"/>
          </a:p>
        </p:txBody>
      </p:sp>
      <p:sp>
        <p:nvSpPr>
          <p:cNvPr id="37" name="Text 32"/>
          <p:cNvSpPr/>
          <p:nvPr/>
        </p:nvSpPr>
        <p:spPr>
          <a:xfrm>
            <a:off x="4983480" y="402336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Téléphoner pendant l'accueil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4983480" y="420624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Avoir une voiture sale ou malodorante</a:t>
            </a:r>
            <a:endParaRPr lang="en-US" sz="750" dirty="0"/>
          </a:p>
        </p:txBody>
      </p:sp>
      <p:sp>
        <p:nvSpPr>
          <p:cNvPr id="39" name="Shape 3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5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Français  •  Qualiopi</a:t>
            </a:r>
            <a:endParaRPr lang="en-US" sz="700" dirty="0"/>
          </a:p>
        </p:txBody>
      </p:sp>
      <p:sp>
        <p:nvSpPr>
          <p:cNvPr id="41" name="Text 36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COMPRENDRE LES DEMANDES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Comprendre les demandes des clients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4864" cy="210312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fréquentes des clients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1508760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Pouvez-vous passer par [rue/autoroute] ? »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40080" y="1636776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Demande de trajet spécifique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40080" y="1783080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Peut-on faire un arrêt rapide ? »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0080" y="1911096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Arrêt intermédiaire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40080" y="2057400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À quelle heure arrivons-nous ? »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0080" y="2185416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Estimation de durée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40080" y="2331720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Combien va coûter la course ? »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40080" y="2459736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Tarification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40080" y="2606040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Pouvez-vous baisser/monter la clim ? »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0080" y="2734056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Confort thermique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40080" y="2880360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Avez-vous un chargeur de téléphone ? »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40080" y="3008376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Services à bord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663440" y="114300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4663440" y="1143000"/>
            <a:ext cx="54864" cy="2103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34440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2064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d'écoute active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846320" y="150876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Écouter sans interrompre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846320" y="1636776"/>
            <a:ext cx="3657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Laisser le client terminer sa phrase avant de répondre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846320" y="178308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Reformuler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4846320" y="1911096"/>
            <a:ext cx="3657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Si je comprends bien, vous souhaitez… »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4846320" y="205740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Confirmer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846320" y="2185416"/>
            <a:ext cx="3657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Très bien, je prends la route par [X]. »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4846320" y="233172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Proposer des alternatives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846320" y="2459736"/>
            <a:ext cx="3657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vous suggère plutôt [Y], il y a moins de trafic. »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4846320" y="260604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Dire quand on ne sait pas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846320" y="2734056"/>
            <a:ext cx="3657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vais vérifier cela pour vous. »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846320" y="288036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Rester calme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4846320" y="3008376"/>
            <a:ext cx="3657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face à un client impatient ou mécontent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4"/>
          <p:cNvSpPr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Reformuler la demande = montrer au client qu'il a été compris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Text 36"/>
          <p:cNvSpPr/>
          <p:nvPr/>
        </p:nvSpPr>
        <p:spPr>
          <a:xfrm>
            <a:off x="640080" y="39776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utile des transports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64008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charge · Destination · Itinéraire · Détour · Péage · Embouteillage / Bouchon · Temps de trajet · Forfait · Course · Tarif · Supplément · Bagages · Coffre · Climatisation · Réservation préalable · Bon de commande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9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Français  •  Qualiopi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— INTERROGER SUR LE CONFORT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Interroger les clients sur leur confort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4864" cy="21945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types à poser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50876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16733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La température vous convient-elle ? »</a:t>
            </a:r>
            <a:endParaRPr lang="en-US" sz="700" dirty="0"/>
          </a:p>
          <a:p>
            <a:pPr marL="0" indent="0">
              <a:buNone/>
            </a:pPr>
            <a:r>
              <a:rPr lang="en-US" sz="7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Souhaitez-vous que je monte/baisse la clim ? »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40080" y="201168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Musique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1762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Souhaitez-vous de la musique ? »</a:t>
            </a:r>
            <a:endParaRPr lang="en-US" sz="700" dirty="0"/>
          </a:p>
          <a:p>
            <a:pPr marL="0" indent="0">
              <a:buNone/>
            </a:pPr>
            <a:r>
              <a:rPr lang="en-US" sz="7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volume vous convient-il ? »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40080" y="251460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26791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Préférez-vous l'autoroute ou les nationales ? »</a:t>
            </a:r>
            <a:endParaRPr lang="en-US" sz="700" dirty="0"/>
          </a:p>
          <a:p>
            <a:pPr marL="0" indent="0">
              <a:buNone/>
            </a:pPr>
            <a:r>
              <a:rPr lang="en-US" sz="7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trajet vous convient-il ? »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40080" y="301752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40080" y="318211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Avez-vous besoin de quelque chose ? »</a:t>
            </a:r>
            <a:endParaRPr lang="en-US" sz="700" dirty="0"/>
          </a:p>
          <a:p>
            <a:pPr marL="0" indent="0">
              <a:buNone/>
            </a:pPr>
            <a:r>
              <a:rPr lang="en-US" sz="7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Êtes-vous bien installé(e) ? »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4663440" y="1143000"/>
            <a:ext cx="40233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4663440" y="1143000"/>
            <a:ext cx="54864" cy="2194560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34440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7492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846320" y="15087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Poser la question en début de course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4846320" y="17647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 pas insister si le client décline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4846320" y="20208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Proposer eau, bonbons, chargeurs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4846320" y="22768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Conduite douce : vitesse, freinages souples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4846320" y="25328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Vérifier le confort sans être envahissant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4846320" y="27889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 de désodorisant fort dans le véhicule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846320" y="30449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Anticiper : clim avant que le client monte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5"/>
          <p:cNvSpPr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Client confortable = client satisfait = client qui revient et recommande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7"/>
          <p:cNvSpPr/>
          <p:nvPr/>
        </p:nvSpPr>
        <p:spPr>
          <a:xfrm>
            <a:off x="640080" y="40690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à bord (différenciation)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40080" y="4297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Eau fraîche · Bonbons/mints · Chargeurs USB (iPhone + Android) · Journaux/magazines · Wi-Fi · Mouchoirs · Parapluie de courtoisie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0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Français  •  Qualiopi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CONVERSATION NEUTRE ET COURTOISE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Tenir une conversation neutre et courtoise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4864" cy="1828800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Sujets appropriés ✓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50876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météo : « Il fait beau aujourd'hui ! »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40080" y="173736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trafic : « La circulation est fluide ce matin. »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40080" y="196596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ville : « Vous connaissez Lyon ? C'est une belle ville. »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40080" y="219456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 événements locaux : « Il y a un beau festival ce week-end. »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40080" y="242316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voyage : « Vous êtes en visite ? En déplacement professionnel ? »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40080" y="265176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sport (sans passion excessive) : « Vous avez vu le match hier ? »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663440" y="114300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4663440" y="1143000"/>
            <a:ext cx="54864" cy="182880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3444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7492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Sujets à ÉVITER ✗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46320" y="1508760"/>
            <a:ext cx="3657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La politique : opinions, élections, partis…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4846320" y="1737360"/>
            <a:ext cx="3657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La religion : croyances, pratiques, jugements…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4846320" y="1965960"/>
            <a:ext cx="3657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Les sujets polémiques : immigration, controverses…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4846320" y="2194560"/>
            <a:ext cx="3657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Les problèmes personnels (les vôtres ou ceux du client)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4846320" y="2423160"/>
            <a:ext cx="3657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Les critiques sur d'autres clients ou chauffeurs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4846320" y="2651760"/>
            <a:ext cx="3657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Les commentaires sur l'apparence du client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457200" y="31546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46120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68680" y="3200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courtoisie et d'adaptation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40080" y="352044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Vouvoyer systématiquement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640080" y="367588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 tutoiement est inapproprié, même avec un client jeune ou décontracté.</a:t>
            </a:r>
            <a:endParaRPr lang="en-US" sz="700" dirty="0"/>
          </a:p>
        </p:txBody>
      </p:sp>
      <p:sp>
        <p:nvSpPr>
          <p:cNvPr id="30" name="Text 25"/>
          <p:cNvSpPr/>
          <p:nvPr/>
        </p:nvSpPr>
        <p:spPr>
          <a:xfrm>
            <a:off x="4754880" y="352044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Adapter son langage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4754880" y="367588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Parler clairement, éviter l'argot, articuler. Avec un client étranger : parler lentement.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640080" y="386791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Respecter le silence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640080" y="402336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 le client ne parle pas, ne pas forcer la conversation. Le silence est un choix.</a:t>
            </a:r>
            <a:endParaRPr lang="en-US" sz="700" dirty="0"/>
          </a:p>
        </p:txBody>
      </p:sp>
      <p:sp>
        <p:nvSpPr>
          <p:cNvPr id="34" name="Text 29"/>
          <p:cNvSpPr/>
          <p:nvPr/>
        </p:nvSpPr>
        <p:spPr>
          <a:xfrm>
            <a:off x="4754880" y="386791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Être discret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4754880" y="402336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 pas poser de questions trop personnelles. Ne pas commenter les appels téléphoniques du client.</a:t>
            </a:r>
            <a:endParaRPr lang="en-US" sz="700" dirty="0"/>
          </a:p>
        </p:txBody>
      </p:sp>
      <p:sp>
        <p:nvSpPr>
          <p:cNvPr id="36" name="Text 31"/>
          <p:cNvSpPr/>
          <p:nvPr/>
        </p:nvSpPr>
        <p:spPr>
          <a:xfrm>
            <a:off x="640080" y="421538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Rester positif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640080" y="437083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Éviter de se plaindre (trafic, travail, vie personnelle). Garder une attitude agréable.</a:t>
            </a:r>
            <a:endParaRPr lang="en-US" sz="700" dirty="0"/>
          </a:p>
        </p:txBody>
      </p:sp>
      <p:sp>
        <p:nvSpPr>
          <p:cNvPr id="38" name="Text 33"/>
          <p:cNvSpPr/>
          <p:nvPr/>
        </p:nvSpPr>
        <p:spPr>
          <a:xfrm>
            <a:off x="4754880" y="421538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 pas donner son avis personnel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4754880" y="437083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Sauf si le client le demande explicitement. Rester neutre.</a:t>
            </a:r>
            <a:endParaRPr lang="en-US" sz="700" dirty="0"/>
          </a:p>
        </p:txBody>
      </p:sp>
      <p:sp>
        <p:nvSpPr>
          <p:cNvPr id="40" name="Shape 3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6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Français  •  Qualiopi</a:t>
            </a:r>
            <a:endParaRPr lang="en-US" sz="700" dirty="0"/>
          </a:p>
        </p:txBody>
      </p:sp>
      <p:sp>
        <p:nvSpPr>
          <p:cNvPr id="42" name="Text 37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— PRENDRE CONGÉ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Prendre congé des clients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4864" cy="1645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 de départ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46304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 Nous sommes arrivés, Monsieur/Madame. »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40080" y="164592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 Merci d'avoir fait appel à nos services. »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40080" y="182880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 Je vous souhaite une excellente journée/soirée. »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40080" y="201168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 Bon séjour à Lyon ! » (touriste)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40080" y="219456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 Bonne réunion ! » (professionnel)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40080" y="237744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 Au plaisir de vous revoir. »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40080" y="256032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 N'hésitez pas à me recontacter. »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663440" y="114300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663440" y="1143000"/>
            <a:ext cx="54864" cy="1645920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3444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7492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Gestes de fin de course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846320" y="1463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Sortir du véhicule, ouvrir la porte au client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4846320" y="16642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Aider avec les bagages (sortir du coffre)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4846320" y="18653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Remettre sa carte de visite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4846320" y="206654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Vérifier les oublis : « Rien oublié ? »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4846320" y="22677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Proposer un reçu / une facture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4846320" y="2468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Demander un avis en ligne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3"/>
          <p:cNvSpPr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La fin de course = le début de la fidélisation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57200" y="347472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5"/>
          <p:cNvSpPr/>
          <p:nvPr/>
        </p:nvSpPr>
        <p:spPr>
          <a:xfrm>
            <a:off x="457200" y="347472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594360" y="35204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PLUSIEURS cartes de visite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94360" y="37307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peut en donner à son entourage → bouche-à-oreille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4754880" y="347472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29"/>
          <p:cNvSpPr/>
          <p:nvPr/>
        </p:nvSpPr>
        <p:spPr>
          <a:xfrm>
            <a:off x="4754880" y="3474720"/>
            <a:ext cx="54864" cy="54864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0"/>
          <p:cNvSpPr/>
          <p:nvPr/>
        </p:nvSpPr>
        <p:spPr>
          <a:xfrm>
            <a:off x="4892040" y="35204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satisfait = 2 personnes informées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892040" y="37307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insatisfait = 10 personnes informées !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457200" y="416052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3"/>
          <p:cNvSpPr/>
          <p:nvPr/>
        </p:nvSpPr>
        <p:spPr>
          <a:xfrm>
            <a:off x="457200" y="4160520"/>
            <a:ext cx="54864" cy="548640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4"/>
          <p:cNvSpPr/>
          <p:nvPr/>
        </p:nvSpPr>
        <p:spPr>
          <a:xfrm>
            <a:off x="594360" y="42062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des réductions fidélité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94360" y="44165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Pour votre prochaine course, 10% de réduction. »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4754880" y="416052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7"/>
          <p:cNvSpPr/>
          <p:nvPr/>
        </p:nvSpPr>
        <p:spPr>
          <a:xfrm>
            <a:off x="4754880" y="4160520"/>
            <a:ext cx="54864" cy="54864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38"/>
          <p:cNvSpPr/>
          <p:nvPr/>
        </p:nvSpPr>
        <p:spPr>
          <a:xfrm>
            <a:off x="4892040" y="42062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joignable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4892040" y="44165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Communiquer numéro, site web, réseaux sociaux</a:t>
            </a:r>
            <a:endParaRPr lang="en-US" sz="750" dirty="0"/>
          </a:p>
        </p:txBody>
      </p:sp>
      <p:sp>
        <p:nvSpPr>
          <p:cNvPr id="44" name="Shape 4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1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Français  •  Qualiopi</a:t>
            </a:r>
            <a:endParaRPr lang="en-US" sz="700" dirty="0"/>
          </a:p>
        </p:txBody>
      </p:sp>
      <p:sp>
        <p:nvSpPr>
          <p:cNvPr id="46" name="Text 42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— FRANÇAIS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66928" y="6858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groupe (-er)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des verbes. Terminaisons : -e, -es, -e, -ons, -ez, -ent. Ex : donner, chercher, parler. Sauf « aller ».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754880" y="6400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864608" y="6858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2ème groupe (-ir/-issant)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64608" y="9144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Participe présent en -issant. Terminaisons : -is, -is, -it, -issons, -issez, -issent. Ex : finir, choisir, réussir.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66928" y="17373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3ème groupe (irréguliers)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19659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 en -ir, -oir, -re + aller. Terminaisons variables selon le verbe. Exceptions : pouvoir (-x), ouvrir (comme 1er gr).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754880" y="169164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64608" y="17373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Participe passé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64608" y="19659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→ accord sujet. AVOIR → accord COD si avant. Terminaisons : 1er gr -é, 2ème gr -i, 3ème gr -i/-is/-t/-u.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66928" y="27889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de texte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" y="30175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étapes : mots clés, lire le texte, 3 lignes autour, ne pas inventer, éliminer, logique. Antonyme/Paradoxe.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64608" y="27889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Accueillir la clientèle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64608" y="30175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Sourire, tenue soignée, ponctualité, sortir du véhicule, confirmer destination, proposer aide bagages.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66928" y="38404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+ Confort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40690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 active, reformulation. Questions sur température, musique, trajet. Services à bord : eau, chargeurs, bonbons.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754880" y="379476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64608" y="38404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+ Congé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64608" y="40690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Vouvoyer, sujets neutres (météo, ville), éviter politique/religion. Fin : carte de visite, avis, fidélisation.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Français  •  Qualiopi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I N   D U   M O D U L 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Français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· S'exprimer · Accueillir · Converser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64008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Comprendre un texte simple en lien avec l'activité des transports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36758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Accueillir la clientèle avec professionnalisme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387705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Comprendre les demandes des clients et y répondre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407822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Interroger les clients sur leur confort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427939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Tenir une conversation neutre et courtoise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Prendre congé des clients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7091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2868</Words>
  <Application>Microsoft Office PowerPoint</Application>
  <PresentationFormat>Affichage à l'écran (16:9)</PresentationFormat>
  <Paragraphs>358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Français - Cours VTC</dc:title>
  <dc:subject>PptxGenJS Presentation</dc:subject>
  <dc:creator>FTRANSPORT - SERVICES PRO</dc:creator>
  <cp:lastModifiedBy>naoufal guenichi</cp:lastModifiedBy>
  <cp:revision>1</cp:revision>
  <dcterms:created xsi:type="dcterms:W3CDTF">2026-02-26T19:48:50Z</dcterms:created>
  <dcterms:modified xsi:type="dcterms:W3CDTF">2026-02-26T21:07:07Z</dcterms:modified>
</cp:coreProperties>
</file>